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BEE8"/>
    <a:srgbClr val="0408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0B7D-7A98-3113-6665-A8CB64C2C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17C07C-E0E1-888F-9E1F-B6E119929F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D9874-7F33-1E70-F7D6-44DAC98C1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D5470A-39A4-2509-FB19-CD14DBC9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EA17A-3B45-2A23-44AF-E7A8F3EB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16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3F28-F4BB-F6C8-5AD7-1A99E5B66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405E2-5598-AD63-AEA9-FDDE11359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832EF-613F-677C-997C-945458217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FDD66A-EFF7-A305-DB9B-2FB8768C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E40E2-1F67-F0FD-F9B2-E9DD345B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578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9831B-EB43-6ECD-7820-413FF2E8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E7934-535C-6416-953D-7C3FA187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BFAD9-EE38-A1EA-DFED-5E7B6C45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644E4-64AE-9BD4-C14A-EC3F2CFD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309C9C-0F9C-92EC-BD5A-FACBCEEAA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82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B41E7-6F34-0D61-A6F3-F50C749E4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DADA9-122F-7DDB-FC3F-FAF8AEAD2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DFA32-DE76-76C9-2328-D29205F0C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F22C1-5CBA-F740-BD22-D6E10772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230267-79EE-E0F9-BBFA-39E66F61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01F3D-5324-1010-31C8-BB1D282B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99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EC971-C4A4-50E8-6429-1EAFD6E65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3E78A0-C300-BE62-1E4C-3EF7CC773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FD9AE-6AD5-A6CC-D9C4-32C7B2F949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DF6254-A238-C2F4-50C8-B3F7EE2E79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223E36-0EB1-64DE-EDB1-E057C6FE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FA0DA-D726-6C6C-805F-D493648A0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F0212B-D440-5B1B-C57A-7E1BB5CEC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B4BCF0-C259-74AE-6CA9-BDB0E986A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152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4355-9963-AA0B-C7C5-9F9A94237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B3C084-ED86-BCFD-AD15-23EF82370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0ED63-3403-E6B7-E1A1-677EFD003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999F95-997D-D43C-C656-35BC003A1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46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DE4CE-D14F-21C2-B135-0ACFF6236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714235-7569-E657-F5D0-BD499EB37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D3303-3EE3-D93C-CBB7-B0FCE2D4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8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B2329-42C0-33CD-78A9-A5D1691DB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FF3F4-EA68-D39F-4F86-E4918CBC7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505B50-E253-E251-79E8-395E8D03A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295876-FD6A-BE12-0BE7-54EC4D25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DE047-3205-BC3F-1062-6F0735664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E1F9B1-E1B7-7106-5DC6-634825357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774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C5FBA-9839-8E5E-0362-E699F016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2132E9-CF69-4A68-9071-41B43563B3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721C81-B6E7-01E7-FF34-7FCF57B05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CE3F4-1656-2D48-901E-D1DEE8DED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85B462-9600-D828-CB8F-EE95B3F0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9BF6F-3BB4-305C-FB5C-39459F445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3296F-4B69-B94A-21A4-85C81240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266A3-92AC-6083-5417-5FB85E11B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3EC29-4B3F-06E0-5DAE-B76DE8382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2670F-6CF3-9ED4-D7B0-7B98EF3E1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B6F1F9-3B7A-D93A-9219-2A247406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218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C0C9D9-52E8-EDF7-5709-4564AA609B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283060-844A-D64F-F460-9DF895255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28A9D-51EB-0FC0-6049-807FA99F7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EDCFC-03FE-4E58-503D-C736446E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6396D-772B-A187-BDBB-894D50CC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758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C462B-3ED7-58CF-88B5-D78A09BFF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5E38F-AC15-E247-9ACD-028FFF15A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7909-48F6-A8DD-2C7C-57EB098E05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599A9A-8028-4CD4-91F5-ED634415E388}" type="datetimeFigureOut">
              <a:rPr lang="en-IN" smtClean="0"/>
              <a:t>04-05-2026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DBE6F-3553-AF3A-2762-252C7A069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2B001-42E6-5CED-EC50-03459B0915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048F6-DE07-4181-A3F0-BBAF5DBE2E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596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08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0F6386C-FB39-B8C4-C230-3EEBC600A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08" y="1220681"/>
            <a:ext cx="6780417" cy="3231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44A9BE-6CBE-5EDB-9CCC-EEB1257FB24A}"/>
              </a:ext>
            </a:extLst>
          </p:cNvPr>
          <p:cNvSpPr txBox="1"/>
          <p:nvPr/>
        </p:nvSpPr>
        <p:spPr>
          <a:xfrm>
            <a:off x="186813" y="255639"/>
            <a:ext cx="119265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CUSTOMER BOOKING PREDICTION — BRITISH AIRWAYS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C61420-3640-AB8E-1D11-5FAE291BBFFF}"/>
              </a:ext>
            </a:extLst>
          </p:cNvPr>
          <p:cNvSpPr txBox="1"/>
          <p:nvPr/>
        </p:nvSpPr>
        <p:spPr>
          <a:xfrm>
            <a:off x="2135260" y="778859"/>
            <a:ext cx="80296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dirty="0">
                <a:solidFill>
                  <a:srgbClr val="90BEE8"/>
                </a:solidFill>
              </a:rPr>
              <a:t>                 Random Forest Model | ROC-AUC: 0.681 | 3-Fold Cross-Validation | 50,000 Records                           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BF2EBC-01D0-B9D1-674C-3761F0E09F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045" y="1220681"/>
            <a:ext cx="4617151" cy="27333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AD84C94-418E-49EC-64B1-E865A6DCC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7044" y="3954047"/>
            <a:ext cx="4617151" cy="273336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BA2534-97ED-867D-0E0A-27587D41BF9C}"/>
              </a:ext>
            </a:extLst>
          </p:cNvPr>
          <p:cNvSpPr txBox="1"/>
          <p:nvPr/>
        </p:nvSpPr>
        <p:spPr>
          <a:xfrm>
            <a:off x="333306" y="4658854"/>
            <a:ext cx="6711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Key Findings: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• Flight Duration is the #1 predictor (23.7%)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• Length of Stay + Purchase Lead = 31.7% combined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• Add-on selection signals purchase intent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• Internet bookings convert at 15.5% vs Mobile at 10.8%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• Model ROC-AUC: 0.681 - actionable predictive power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3172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72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Kirthi Sabari</dc:creator>
  <cp:lastModifiedBy>Kirthi Sabari</cp:lastModifiedBy>
  <cp:revision>1</cp:revision>
  <dcterms:created xsi:type="dcterms:W3CDTF">2026-05-03T23:37:51Z</dcterms:created>
  <dcterms:modified xsi:type="dcterms:W3CDTF">2026-05-04T00:00:21Z</dcterms:modified>
</cp:coreProperties>
</file>